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Anton"/>
      <p:regular r:id="rId17"/>
    </p:embeddedFont>
    <p:embeddedFont>
      <p:font typeface="Anton"/>
      <p:regular r:id="rId18"/>
    </p:embeddedFont>
    <p:embeddedFont>
      <p:font typeface="Fira Sans"/>
      <p:regular r:id="rId19"/>
    </p:embeddedFont>
    <p:embeddedFont>
      <p:font typeface="Fira Sans"/>
      <p:regular r:id="rId20"/>
    </p:embeddedFont>
    <p:embeddedFont>
      <p:font typeface="Fira Sans"/>
      <p:regular r:id="rId21"/>
    </p:embeddedFont>
    <p:embeddedFont>
      <p:font typeface="Fira Sans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3198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2955" y="615196"/>
            <a:ext cx="7578090" cy="4474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00"/>
              </a:lnSpc>
              <a:buNone/>
            </a:pPr>
            <a:r>
              <a:rPr lang="en-US" sz="700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Y WASTE – Food Waste Management &amp; Redistribution System</a:t>
            </a:r>
            <a:endParaRPr lang="en-US" sz="7000" dirty="0"/>
          </a:p>
        </p:txBody>
      </p:sp>
      <p:sp>
        <p:nvSpPr>
          <p:cNvPr id="4" name="Text 1"/>
          <p:cNvSpPr/>
          <p:nvPr/>
        </p:nvSpPr>
        <p:spPr>
          <a:xfrm>
            <a:off x="782955" y="5357932"/>
            <a:ext cx="4481155" cy="4473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Internship Project Presentation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782955" y="6073616"/>
            <a:ext cx="7578090" cy="357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Presented by: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82955" y="6632853"/>
            <a:ext cx="7578090" cy="286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Ananya Aggarwal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82955" y="6981706"/>
            <a:ext cx="7578090" cy="286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Shikha B.Tech CSE (AI &amp; ML)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82955" y="7330559"/>
            <a:ext cx="7578090" cy="286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Dev Bhoomi Uttarakhand University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39125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Introduction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440192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Food waste is rising due to restaurants &amp; events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3882390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Many people still face hunger daily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432458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There is a need for an organized redistribution system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280190" y="476678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Y Waste aims to safely redirect surplus food to NGOs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280190" y="5384840"/>
            <a:ext cx="75564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Short intro about why this topic matters.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7082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Problem Statement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033236"/>
            <a:ext cx="4196358" cy="1730812"/>
          </a:xfrm>
          <a:prstGeom prst="roundRect">
            <a:avLst>
              <a:gd name="adj" fmla="val 1966"/>
            </a:avLst>
          </a:prstGeom>
          <a:solidFill>
            <a:srgbClr val="1F1F1F"/>
          </a:solidFill>
          <a:ln w="30480">
            <a:solidFill>
              <a:srgbClr val="575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084" y="329053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No Unified Platform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51084" y="3780949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No unified digital platform for food donation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3033236"/>
            <a:ext cx="4196358" cy="1730812"/>
          </a:xfrm>
          <a:prstGeom prst="roundRect">
            <a:avLst>
              <a:gd name="adj" fmla="val 1966"/>
            </a:avLst>
          </a:prstGeom>
          <a:solidFill>
            <a:srgbClr val="1F1F1F"/>
          </a:solidFill>
          <a:ln w="30480">
            <a:solidFill>
              <a:srgbClr val="5757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74256" y="329053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NGO Challenges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74256" y="3780949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NGOs struggle to locate verified donors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3033236"/>
            <a:ext cx="4196358" cy="1730812"/>
          </a:xfrm>
          <a:prstGeom prst="roundRect">
            <a:avLst>
              <a:gd name="adj" fmla="val 1966"/>
            </a:avLst>
          </a:prstGeom>
          <a:solidFill>
            <a:srgbClr val="1F1F1F"/>
          </a:solidFill>
          <a:ln w="30480">
            <a:solidFill>
              <a:srgbClr val="5757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97427" y="329053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Restaurant Issues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97427" y="3780949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Restaurants lack a system to manage leftover food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4990862"/>
            <a:ext cx="6407944" cy="1367909"/>
          </a:xfrm>
          <a:prstGeom prst="roundRect">
            <a:avLst>
              <a:gd name="adj" fmla="val 2487"/>
            </a:avLst>
          </a:prstGeom>
          <a:solidFill>
            <a:srgbClr val="1F1F1F"/>
          </a:solidFill>
          <a:ln w="30480">
            <a:solidFill>
              <a:srgbClr val="5757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084" y="524815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Environmental Impact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51084" y="5738574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Unmanaged food waste harms the environment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428548" y="4990862"/>
            <a:ext cx="6407944" cy="1367909"/>
          </a:xfrm>
          <a:prstGeom prst="roundRect">
            <a:avLst>
              <a:gd name="adj" fmla="val 2487"/>
            </a:avLst>
          </a:prstGeom>
          <a:solidFill>
            <a:srgbClr val="1F1F1F"/>
          </a:solidFill>
          <a:ln w="30480">
            <a:solidFill>
              <a:srgbClr val="5757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5842" y="524815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Coordination Gap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685842" y="5738574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Need for faster donor–NGO coordination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3178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Objectives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094196"/>
            <a:ext cx="4196358" cy="1669852"/>
          </a:xfrm>
          <a:prstGeom prst="roundRect">
            <a:avLst>
              <a:gd name="adj" fmla="val 2038"/>
            </a:avLst>
          </a:prstGeom>
          <a:solidFill>
            <a:srgbClr val="FA95AE"/>
          </a:solidFill>
          <a:ln/>
        </p:spPr>
      </p:sp>
      <p:sp>
        <p:nvSpPr>
          <p:cNvPr id="4" name="Text 2"/>
          <p:cNvSpPr/>
          <p:nvPr/>
        </p:nvSpPr>
        <p:spPr>
          <a:xfrm>
            <a:off x="1020604" y="33210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Connect Donors &amp; NGOs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0604" y="3811429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Build a platform connecting donors &amp; NGOs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3094196"/>
            <a:ext cx="4196358" cy="1669852"/>
          </a:xfrm>
          <a:prstGeom prst="roundRect">
            <a:avLst>
              <a:gd name="adj" fmla="val 2038"/>
            </a:avLst>
          </a:prstGeom>
          <a:solidFill>
            <a:srgbClr val="FA95AE"/>
          </a:solidFill>
          <a:ln/>
        </p:spPr>
      </p:sp>
      <p:sp>
        <p:nvSpPr>
          <p:cNvPr id="7" name="Text 5"/>
          <p:cNvSpPr/>
          <p:nvPr/>
        </p:nvSpPr>
        <p:spPr>
          <a:xfrm>
            <a:off x="5443776" y="33210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Reduce Waste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43776" y="3811429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Reduce food waste &amp; promote sustainability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3094196"/>
            <a:ext cx="4196358" cy="1669852"/>
          </a:xfrm>
          <a:prstGeom prst="roundRect">
            <a:avLst>
              <a:gd name="adj" fmla="val 2038"/>
            </a:avLst>
          </a:prstGeom>
          <a:solidFill>
            <a:srgbClr val="FA95AE"/>
          </a:solidFill>
          <a:ln/>
        </p:spPr>
      </p:sp>
      <p:sp>
        <p:nvSpPr>
          <p:cNvPr id="10" name="Text 8"/>
          <p:cNvSpPr/>
          <p:nvPr/>
        </p:nvSpPr>
        <p:spPr>
          <a:xfrm>
            <a:off x="9866948" y="33210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Enable Communication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66948" y="3811429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Provide reliable communication tools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4990862"/>
            <a:ext cx="6407944" cy="1306949"/>
          </a:xfrm>
          <a:prstGeom prst="roundRect">
            <a:avLst>
              <a:gd name="adj" fmla="val 2603"/>
            </a:avLst>
          </a:prstGeom>
          <a:solidFill>
            <a:srgbClr val="FA95AE"/>
          </a:solidFill>
          <a:ln/>
        </p:spPr>
      </p:sp>
      <p:sp>
        <p:nvSpPr>
          <p:cNvPr id="13" name="Text 11"/>
          <p:cNvSpPr/>
          <p:nvPr/>
        </p:nvSpPr>
        <p:spPr>
          <a:xfrm>
            <a:off x="1020604" y="52176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Ensure Safety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20604" y="5708094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Ensure food tracking, safety, and verification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428548" y="4990862"/>
            <a:ext cx="6407944" cy="1306949"/>
          </a:xfrm>
          <a:prstGeom prst="roundRect">
            <a:avLst>
              <a:gd name="adj" fmla="val 2603"/>
            </a:avLst>
          </a:prstGeom>
          <a:solidFill>
            <a:srgbClr val="FA95AE"/>
          </a:solidFill>
          <a:ln/>
        </p:spPr>
      </p:sp>
      <p:sp>
        <p:nvSpPr>
          <p:cNvPr id="16" name="Text 14"/>
          <p:cNvSpPr/>
          <p:nvPr/>
        </p:nvSpPr>
        <p:spPr>
          <a:xfrm>
            <a:off x="7655362" y="52176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Scale Digitally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655362" y="5708094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Create a scalable digital solution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8515" y="391716"/>
            <a:ext cx="3561517" cy="445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System Workflow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98515" y="893683"/>
            <a:ext cx="2849285" cy="356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How the System Works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98515" y="1463397"/>
            <a:ext cx="142399" cy="177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Anton Light" pitchFamily="34" charset="0"/>
                <a:ea typeface="Anton Light" pitchFamily="34" charset="-122"/>
                <a:cs typeface="Anton Light" pitchFamily="34" charset="-120"/>
              </a:rPr>
              <a:t>01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98515" y="1690211"/>
            <a:ext cx="4449485" cy="15240"/>
          </a:xfrm>
          <a:prstGeom prst="rect">
            <a:avLst/>
          </a:prstGeom>
          <a:solidFill>
            <a:srgbClr val="FA95AE"/>
          </a:solidFill>
          <a:ln/>
        </p:spPr>
      </p:sp>
      <p:sp>
        <p:nvSpPr>
          <p:cNvPr id="6" name="Text 4"/>
          <p:cNvSpPr/>
          <p:nvPr/>
        </p:nvSpPr>
        <p:spPr>
          <a:xfrm>
            <a:off x="498515" y="1791891"/>
            <a:ext cx="1780699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Donor Registration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98515" y="2099905"/>
            <a:ext cx="4449485" cy="228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Donor registers and lists surplus food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90398" y="1463397"/>
            <a:ext cx="142399" cy="177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Anton Light" pitchFamily="34" charset="0"/>
                <a:ea typeface="Anton Light" pitchFamily="34" charset="-122"/>
                <a:cs typeface="Anton Light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90398" y="1690211"/>
            <a:ext cx="4449485" cy="15240"/>
          </a:xfrm>
          <a:prstGeom prst="rect">
            <a:avLst/>
          </a:prstGeom>
          <a:solidFill>
            <a:srgbClr val="FA95AE"/>
          </a:solidFill>
          <a:ln/>
        </p:spPr>
      </p:sp>
      <p:sp>
        <p:nvSpPr>
          <p:cNvPr id="10" name="Text 8"/>
          <p:cNvSpPr/>
          <p:nvPr/>
        </p:nvSpPr>
        <p:spPr>
          <a:xfrm>
            <a:off x="5090398" y="1791891"/>
            <a:ext cx="1780699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NGO Notification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90398" y="2099905"/>
            <a:ext cx="4449485" cy="228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NGO receives notification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82282" y="1463397"/>
            <a:ext cx="142399" cy="177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Anton Light" pitchFamily="34" charset="0"/>
                <a:ea typeface="Anton Light" pitchFamily="34" charset="-122"/>
                <a:cs typeface="Anton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682282" y="1690211"/>
            <a:ext cx="4449485" cy="15240"/>
          </a:xfrm>
          <a:prstGeom prst="rect">
            <a:avLst/>
          </a:prstGeom>
          <a:solidFill>
            <a:srgbClr val="FA95AE"/>
          </a:solidFill>
          <a:ln/>
        </p:spPr>
      </p:sp>
      <p:sp>
        <p:nvSpPr>
          <p:cNvPr id="14" name="Text 12"/>
          <p:cNvSpPr/>
          <p:nvPr/>
        </p:nvSpPr>
        <p:spPr>
          <a:xfrm>
            <a:off x="9682282" y="1791891"/>
            <a:ext cx="1780699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Donation Acceptance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82282" y="2099905"/>
            <a:ext cx="4449485" cy="228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NGO accepts the donation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8515" y="2577108"/>
            <a:ext cx="142399" cy="177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Anton Light" pitchFamily="34" charset="0"/>
                <a:ea typeface="Anton Light" pitchFamily="34" charset="-122"/>
                <a:cs typeface="Anton Light" pitchFamily="34" charset="-120"/>
              </a:rPr>
              <a:t>04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8515" y="2803922"/>
            <a:ext cx="6745367" cy="15240"/>
          </a:xfrm>
          <a:prstGeom prst="rect">
            <a:avLst/>
          </a:prstGeom>
          <a:solidFill>
            <a:srgbClr val="FA95AE"/>
          </a:solidFill>
          <a:ln/>
        </p:spPr>
      </p:sp>
      <p:sp>
        <p:nvSpPr>
          <p:cNvPr id="18" name="Text 16"/>
          <p:cNvSpPr/>
          <p:nvPr/>
        </p:nvSpPr>
        <p:spPr>
          <a:xfrm>
            <a:off x="498515" y="2905601"/>
            <a:ext cx="1780699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Pickup &amp; Delivery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8515" y="3213616"/>
            <a:ext cx="6745367" cy="228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Pickup &amp; delivery arranged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86280" y="2577108"/>
            <a:ext cx="142399" cy="177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Anton Light" pitchFamily="34" charset="0"/>
                <a:ea typeface="Anton Light" pitchFamily="34" charset="-122"/>
                <a:cs typeface="Anton Light" pitchFamily="34" charset="-120"/>
              </a:rPr>
              <a:t>05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86280" y="2803922"/>
            <a:ext cx="6745486" cy="15240"/>
          </a:xfrm>
          <a:prstGeom prst="rect">
            <a:avLst/>
          </a:prstGeom>
          <a:solidFill>
            <a:srgbClr val="FA95AE"/>
          </a:solidFill>
          <a:ln/>
        </p:spPr>
      </p:sp>
      <p:sp>
        <p:nvSpPr>
          <p:cNvPr id="22" name="Text 20"/>
          <p:cNvSpPr/>
          <p:nvPr/>
        </p:nvSpPr>
        <p:spPr>
          <a:xfrm>
            <a:off x="7386280" y="2905601"/>
            <a:ext cx="1780699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Completion Recording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86280" y="3213616"/>
            <a:ext cx="6745486" cy="228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Completion recorded in the system</a:t>
            </a:r>
            <a:endParaRPr lang="en-US" sz="110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515" y="3708678"/>
            <a:ext cx="5994916" cy="5242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9478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Key Features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257193"/>
            <a:ext cx="4196358" cy="807958"/>
          </a:xfrm>
          <a:prstGeom prst="roundRect">
            <a:avLst>
              <a:gd name="adj" fmla="val 67378"/>
            </a:avLst>
          </a:prstGeom>
          <a:solidFill>
            <a:srgbClr val="FA95AE"/>
          </a:solidFill>
          <a:ln/>
        </p:spPr>
      </p:sp>
      <p:sp>
        <p:nvSpPr>
          <p:cNvPr id="4" name="Text 2"/>
          <p:cNvSpPr/>
          <p:nvPr/>
        </p:nvSpPr>
        <p:spPr>
          <a:xfrm>
            <a:off x="1020604" y="34840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Donor &amp; NGO Registration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216962" y="3257193"/>
            <a:ext cx="4196358" cy="807958"/>
          </a:xfrm>
          <a:prstGeom prst="roundRect">
            <a:avLst>
              <a:gd name="adj" fmla="val 67378"/>
            </a:avLst>
          </a:prstGeom>
          <a:solidFill>
            <a:srgbClr val="FA95AE"/>
          </a:solidFill>
          <a:ln/>
        </p:spPr>
      </p:sp>
      <p:sp>
        <p:nvSpPr>
          <p:cNvPr id="6" name="Text 4"/>
          <p:cNvSpPr/>
          <p:nvPr/>
        </p:nvSpPr>
        <p:spPr>
          <a:xfrm>
            <a:off x="5443776" y="3484007"/>
            <a:ext cx="318468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Surplus Food Listing System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640133" y="3257193"/>
            <a:ext cx="4196358" cy="807958"/>
          </a:xfrm>
          <a:prstGeom prst="roundRect">
            <a:avLst>
              <a:gd name="adj" fmla="val 67378"/>
            </a:avLst>
          </a:prstGeom>
          <a:solidFill>
            <a:srgbClr val="FA95AE"/>
          </a:solidFill>
          <a:ln/>
        </p:spPr>
      </p:sp>
      <p:sp>
        <p:nvSpPr>
          <p:cNvPr id="8" name="Text 6"/>
          <p:cNvSpPr/>
          <p:nvPr/>
        </p:nvSpPr>
        <p:spPr>
          <a:xfrm>
            <a:off x="9866948" y="34840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Real-time Notifications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93790" y="4291965"/>
            <a:ext cx="4196358" cy="807958"/>
          </a:xfrm>
          <a:prstGeom prst="roundRect">
            <a:avLst>
              <a:gd name="adj" fmla="val 67378"/>
            </a:avLst>
          </a:prstGeom>
          <a:solidFill>
            <a:srgbClr val="FA95AE"/>
          </a:solidFill>
          <a:ln/>
        </p:spPr>
      </p:sp>
      <p:sp>
        <p:nvSpPr>
          <p:cNvPr id="10" name="Text 8"/>
          <p:cNvSpPr/>
          <p:nvPr/>
        </p:nvSpPr>
        <p:spPr>
          <a:xfrm>
            <a:off x="1020604" y="4518779"/>
            <a:ext cx="286416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Chat/Call Communication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216962" y="4291965"/>
            <a:ext cx="4196358" cy="807958"/>
          </a:xfrm>
          <a:prstGeom prst="roundRect">
            <a:avLst>
              <a:gd name="adj" fmla="val 67378"/>
            </a:avLst>
          </a:prstGeom>
          <a:solidFill>
            <a:srgbClr val="FA95AE"/>
          </a:solidFill>
          <a:ln/>
        </p:spPr>
      </p:sp>
      <p:sp>
        <p:nvSpPr>
          <p:cNvPr id="12" name="Text 10"/>
          <p:cNvSpPr/>
          <p:nvPr/>
        </p:nvSpPr>
        <p:spPr>
          <a:xfrm>
            <a:off x="5443776" y="45187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Admin Monitoring Panel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9640133" y="4291965"/>
            <a:ext cx="4196358" cy="807958"/>
          </a:xfrm>
          <a:prstGeom prst="roundRect">
            <a:avLst>
              <a:gd name="adj" fmla="val 67378"/>
            </a:avLst>
          </a:prstGeom>
          <a:solidFill>
            <a:srgbClr val="FA95AE"/>
          </a:solidFill>
          <a:ln/>
        </p:spPr>
      </p:sp>
      <p:sp>
        <p:nvSpPr>
          <p:cNvPr id="14" name="Text 12"/>
          <p:cNvSpPr/>
          <p:nvPr/>
        </p:nvSpPr>
        <p:spPr>
          <a:xfrm>
            <a:off x="9866948" y="4518779"/>
            <a:ext cx="288512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Food Pickup Confirmation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93790" y="5326737"/>
            <a:ext cx="13042702" cy="807958"/>
          </a:xfrm>
          <a:prstGeom prst="roundRect">
            <a:avLst>
              <a:gd name="adj" fmla="val 67378"/>
            </a:avLst>
          </a:prstGeom>
          <a:solidFill>
            <a:srgbClr val="FA95AE"/>
          </a:solidFill>
          <a:ln/>
        </p:spPr>
      </p:sp>
      <p:sp>
        <p:nvSpPr>
          <p:cNvPr id="16" name="Text 14"/>
          <p:cNvSpPr/>
          <p:nvPr/>
        </p:nvSpPr>
        <p:spPr>
          <a:xfrm>
            <a:off x="1020604" y="5553551"/>
            <a:ext cx="319278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Secure and Simple Interface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88594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Technology Stack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21616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Frontend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2742843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HTML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3185041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CSS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3627239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JavaScript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4856321" y="21616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Backend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856321" y="2742843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Firebase / PHP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93790" y="455140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Database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93790" y="5132546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Firebase Realtime DB / SQL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4856321" y="455140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Tools &amp; Additional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4856321" y="5132546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Android Studio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4856321" y="5574744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VS Code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4856321" y="6016943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Authentication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4856321" y="6459141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Maps API</a:t>
            </a:r>
            <a:endParaRPr lang="en-US" sz="1750" dirty="0"/>
          </a:p>
        </p:txBody>
      </p:sp>
      <p:sp>
        <p:nvSpPr>
          <p:cNvPr id="17" name="Text 14"/>
          <p:cNvSpPr/>
          <p:nvPr/>
        </p:nvSpPr>
        <p:spPr>
          <a:xfrm>
            <a:off x="4856321" y="6901339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Validation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13598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System Architecture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2935486"/>
            <a:ext cx="5860256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High-Level Architecture Diagram</a:t>
            </a:r>
            <a:endParaRPr lang="en-US" sz="3550" dirty="0"/>
          </a:p>
        </p:txBody>
      </p:sp>
      <p:sp>
        <p:nvSpPr>
          <p:cNvPr id="5" name="Text 2"/>
          <p:cNvSpPr/>
          <p:nvPr/>
        </p:nvSpPr>
        <p:spPr>
          <a:xfrm>
            <a:off x="793790" y="3842623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The system follows a three-tier architecture connecting donors, the central platform, and NGOs through secure communication channels and real-time database synchronization.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5186482"/>
            <a:ext cx="7556421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Explain donor → system → NGO workflow using the diagram.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538061"/>
            <a:ext cx="750998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Internship Learnings &amp; Outcomes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81381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Learnings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539496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Improved frontend &amp; backend development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5837158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Understood Firebase authentication &amp; real-time database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664225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Enhanced debugging &amp; testing skills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93790" y="708445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Learned professional teamwork &amp; communication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7599521" y="481381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Outcomes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599521" y="539496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Built a functional food redistribution system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7599521" y="583715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Reduced NGO–donor coordination time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7599521" y="627935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Supported environmental sustainability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7599521" y="672155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Improved awareness about food waste reduction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9688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Conclusion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1959293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/>
        </p:spPr>
      </p:sp>
      <p:sp>
        <p:nvSpPr>
          <p:cNvPr id="4" name="Text 2"/>
          <p:cNvSpPr/>
          <p:nvPr/>
        </p:nvSpPr>
        <p:spPr>
          <a:xfrm>
            <a:off x="1530906" y="20371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Bridge the Gap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530906" y="2527578"/>
            <a:ext cx="56424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Y Waste bridges the gap between surplus food &amp; needy people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456884" y="1959293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/>
        </p:spPr>
      </p:sp>
      <p:sp>
        <p:nvSpPr>
          <p:cNvPr id="7" name="Text 5"/>
          <p:cNvSpPr/>
          <p:nvPr/>
        </p:nvSpPr>
        <p:spPr>
          <a:xfrm>
            <a:off x="8194000" y="20371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Enable Efficiency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194000" y="2527578"/>
            <a:ext cx="564261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Enables efficient redistribution with a digital platform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93790" y="3707011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/>
        </p:spPr>
      </p:sp>
      <p:sp>
        <p:nvSpPr>
          <p:cNvPr id="10" name="Text 8"/>
          <p:cNvSpPr/>
          <p:nvPr/>
        </p:nvSpPr>
        <p:spPr>
          <a:xfrm>
            <a:off x="1530906" y="37848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Support SDG Goals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530906" y="4275296"/>
            <a:ext cx="56424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Supports SDG goals: Zero Hunger &amp; Responsible Consumption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456884" y="3707011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/>
        </p:spPr>
      </p:sp>
      <p:sp>
        <p:nvSpPr>
          <p:cNvPr id="13" name="Text 11"/>
          <p:cNvSpPr/>
          <p:nvPr/>
        </p:nvSpPr>
        <p:spPr>
          <a:xfrm>
            <a:off x="8194000" y="37848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Foster Responsibility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194000" y="4275296"/>
            <a:ext cx="56426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Encourages social responsibility and community welfare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93790" y="5369633"/>
            <a:ext cx="13042821" cy="35957"/>
          </a:xfrm>
          <a:prstGeom prst="rect">
            <a:avLst/>
          </a:prstGeom>
          <a:solidFill>
            <a:srgbClr val="E0D6DE">
              <a:alpha val="5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793790" y="5660708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Presented by: Ananya Aggarwal &amp; Shikha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93790" y="6454378"/>
            <a:ext cx="7825502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700"/>
              </a:lnSpc>
              <a:buNone/>
            </a:pPr>
            <a:r>
              <a:rPr lang="en-US" sz="615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Thank You!</a:t>
            </a:r>
            <a:endParaRPr lang="en-US" sz="6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2025-11-27T05:53:56Z</dcterms:created>
  <dcterms:modified xsi:type="dcterms:W3CDTF">2025-11-27T05:53:56Z</dcterms:modified>
</cp:coreProperties>
</file>